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53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1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92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3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20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1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39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95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42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05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37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54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011380"/>
            <a:ext cx="10058400" cy="1775876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 smtClean="0">
                <a:latin typeface="Bahnschrift" panose="020B0502040204020203" pitchFamily="34" charset="0"/>
              </a:rPr>
              <a:t>DATA </a:t>
            </a:r>
            <a:r>
              <a:rPr lang="en-IN" sz="6000" b="1" dirty="0" smtClean="0">
                <a:latin typeface="Bahnschrift" panose="020B0502040204020203" pitchFamily="34" charset="0"/>
              </a:rPr>
              <a:t>VISUALISATION</a:t>
            </a:r>
            <a:endParaRPr lang="en-IN" sz="6000" dirty="0">
              <a:latin typeface="Bahnschrift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1615" y="4558147"/>
            <a:ext cx="10058400" cy="1662544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Lessons </a:t>
            </a:r>
            <a:r>
              <a:rPr lang="en-US" sz="3600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from:</a:t>
            </a:r>
            <a:r>
              <a:rPr lang="en-US" sz="3600" dirty="0" smtClean="0">
                <a:solidFill>
                  <a:srgbClr val="FF0000"/>
                </a:solidFill>
                <a:latin typeface="Bahnschrift Light" panose="020B0502040204020203" pitchFamily="34" charset="0"/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  <a:latin typeface="Bahnschrift Light" panose="020B0502040204020203" pitchFamily="34" charset="0"/>
              </a:rPr>
              <a:t>Manoj</a:t>
            </a:r>
            <a:r>
              <a:rPr lang="en-US" sz="3600" dirty="0" smtClean="0">
                <a:solidFill>
                  <a:srgbClr val="FF0000"/>
                </a:solidFill>
                <a:latin typeface="Bahnschrift Light" panose="020B0502040204020203" pitchFamily="34" charset="0"/>
              </a:rPr>
              <a:t> K </a:t>
            </a:r>
            <a:r>
              <a:rPr lang="en-US" sz="3600" dirty="0" err="1">
                <a:solidFill>
                  <a:srgbClr val="FF0000"/>
                </a:solidFill>
                <a:latin typeface="Bahnschrift Light" panose="020B0502040204020203" pitchFamily="34" charset="0"/>
              </a:rPr>
              <a:t>Jangra</a:t>
            </a:r>
            <a:endParaRPr lang="en-US" sz="3600" dirty="0">
              <a:solidFill>
                <a:srgbClr val="FF0000"/>
              </a:solidFill>
              <a:latin typeface="Bahnschrift Light" panose="020B0502040204020203" pitchFamily="34" charset="0"/>
            </a:endParaRPr>
          </a:p>
          <a:p>
            <a:pPr algn="ctr"/>
            <a:endParaRPr lang="en-IN" sz="6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42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solidFill>
                  <a:schemeClr val="tx1"/>
                </a:solidFill>
                <a:latin typeface="Bahnschrift" panose="020B0502040204020203" pitchFamily="34" charset="0"/>
              </a:rPr>
              <a:t>Data Visualisation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sz="3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“</a:t>
            </a:r>
            <a:r>
              <a:rPr lang="en-IN" sz="3600" dirty="0">
                <a:solidFill>
                  <a:schemeClr val="tx1"/>
                </a:solidFill>
                <a:latin typeface="Bahnschrift" panose="020B0502040204020203" pitchFamily="34" charset="0"/>
              </a:rPr>
              <a:t>Data visualization is the </a:t>
            </a:r>
            <a:r>
              <a:rPr lang="en-IN" sz="3600" b="1" dirty="0">
                <a:solidFill>
                  <a:schemeClr val="tx1"/>
                </a:solidFill>
                <a:latin typeface="Bahnschrift" panose="020B0502040204020203" pitchFamily="34" charset="0"/>
              </a:rPr>
              <a:t>presentation </a:t>
            </a:r>
            <a:r>
              <a:rPr lang="en-IN" sz="3600" dirty="0">
                <a:solidFill>
                  <a:schemeClr val="tx1"/>
                </a:solidFill>
                <a:latin typeface="Bahnschrift" panose="020B0502040204020203" pitchFamily="34" charset="0"/>
              </a:rPr>
              <a:t>of data in a pictorial or graphical format. It enables </a:t>
            </a:r>
            <a:r>
              <a:rPr lang="en-IN" sz="3600" b="1" dirty="0">
                <a:solidFill>
                  <a:schemeClr val="tx1"/>
                </a:solidFill>
                <a:latin typeface="Bahnschrift" panose="020B0502040204020203" pitchFamily="34" charset="0"/>
              </a:rPr>
              <a:t>decision makers </a:t>
            </a:r>
            <a:r>
              <a:rPr lang="en-IN" sz="3600" dirty="0">
                <a:solidFill>
                  <a:schemeClr val="tx1"/>
                </a:solidFill>
                <a:latin typeface="Bahnschrift" panose="020B0502040204020203" pitchFamily="34" charset="0"/>
              </a:rPr>
              <a:t>to see </a:t>
            </a:r>
            <a:r>
              <a:rPr lang="en-IN" sz="3600" b="1" dirty="0">
                <a:solidFill>
                  <a:schemeClr val="tx1"/>
                </a:solidFill>
                <a:latin typeface="Bahnschrift" panose="020B0502040204020203" pitchFamily="34" charset="0"/>
              </a:rPr>
              <a:t>analytics </a:t>
            </a:r>
            <a:r>
              <a:rPr lang="en-IN" sz="3600" dirty="0">
                <a:solidFill>
                  <a:schemeClr val="tx1"/>
                </a:solidFill>
                <a:latin typeface="Bahnschrift" panose="020B0502040204020203" pitchFamily="34" charset="0"/>
              </a:rPr>
              <a:t>presented visually, so they can grasp difficult concepts or </a:t>
            </a:r>
            <a:r>
              <a:rPr lang="en-IN" sz="3600" b="1" dirty="0">
                <a:solidFill>
                  <a:schemeClr val="tx1"/>
                </a:solidFill>
                <a:latin typeface="Bahnschrift" panose="020B0502040204020203" pitchFamily="34" charset="0"/>
              </a:rPr>
              <a:t>identify new patterns</a:t>
            </a:r>
            <a:r>
              <a:rPr lang="en-IN" sz="3600" dirty="0">
                <a:solidFill>
                  <a:schemeClr val="tx1"/>
                </a:solidFill>
                <a:latin typeface="Bahnschrift" panose="020B0502040204020203" pitchFamily="34" charset="0"/>
              </a:rPr>
              <a:t>.” Simon Samuel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58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Why Data Visualisation???</a:t>
            </a:r>
            <a:endParaRPr lang="en-US" dirty="0"/>
          </a:p>
        </p:txBody>
      </p:sp>
      <p:pic>
        <p:nvPicPr>
          <p:cNvPr id="1026" name="Picture 2" descr="What Is Data Visualization? All you need to know in one place - Sisen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377" y="2051504"/>
            <a:ext cx="7524206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4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solidFill>
                  <a:schemeClr val="tx1"/>
                </a:solidFill>
                <a:latin typeface="Bahnschrift" panose="020B0502040204020203" pitchFamily="34" charset="0"/>
              </a:rPr>
              <a:t>Why is D</a:t>
            </a:r>
            <a:r>
              <a:rPr lang="en-IN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ata </a:t>
            </a:r>
            <a:r>
              <a:rPr lang="en-IN" b="1" dirty="0">
                <a:solidFill>
                  <a:schemeClr val="tx1"/>
                </a:solidFill>
                <a:latin typeface="Bahnschrift" panose="020B0502040204020203" pitchFamily="34" charset="0"/>
              </a:rPr>
              <a:t>V</a:t>
            </a:r>
            <a:r>
              <a:rPr lang="en-IN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isualization </a:t>
            </a:r>
            <a:r>
              <a:rPr lang="en-IN" b="1" dirty="0">
                <a:solidFill>
                  <a:schemeClr val="tx1"/>
                </a:solidFill>
                <a:latin typeface="Bahnschrift" panose="020B0502040204020203" pitchFamily="34" charset="0"/>
              </a:rPr>
              <a:t>important? </a:t>
            </a:r>
            <a:endParaRPr lang="en-IN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We </a:t>
            </a:r>
            <a:r>
              <a:rPr lang="en-IN" sz="3200" dirty="0">
                <a:solidFill>
                  <a:schemeClr val="tx1"/>
                </a:solidFill>
                <a:latin typeface="Bahnschrift" panose="020B0502040204020203" pitchFamily="34" charset="0"/>
              </a:rPr>
              <a:t>are visual creatures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We </a:t>
            </a:r>
            <a:r>
              <a:rPr lang="en-IN" sz="3200" dirty="0">
                <a:solidFill>
                  <a:schemeClr val="tx1"/>
                </a:solidFill>
                <a:latin typeface="Bahnschrift" panose="020B0502040204020203" pitchFamily="34" charset="0"/>
              </a:rPr>
              <a:t>are 90% visual beings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We </a:t>
            </a:r>
            <a:r>
              <a:rPr lang="en-IN" sz="3200" dirty="0">
                <a:solidFill>
                  <a:schemeClr val="tx1"/>
                </a:solidFill>
                <a:latin typeface="Bahnschrift" panose="020B0502040204020203" pitchFamily="34" charset="0"/>
              </a:rPr>
              <a:t>can understand visual information in an instant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We </a:t>
            </a:r>
            <a:r>
              <a:rPr lang="en-IN" sz="3200" dirty="0">
                <a:solidFill>
                  <a:schemeClr val="tx1"/>
                </a:solidFill>
                <a:latin typeface="Bahnschrift" panose="020B0502040204020203" pitchFamily="34" charset="0"/>
              </a:rPr>
              <a:t>remember visually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Charts </a:t>
            </a:r>
            <a:r>
              <a:rPr lang="en-IN" sz="3200" dirty="0">
                <a:solidFill>
                  <a:schemeClr val="tx1"/>
                </a:solidFill>
                <a:latin typeface="Bahnschrift" panose="020B0502040204020203" pitchFamily="34" charset="0"/>
              </a:rPr>
              <a:t>or graphs can be processed by the human brain </a:t>
            </a:r>
            <a:r>
              <a:rPr lang="en-IN" sz="32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easier </a:t>
            </a:r>
            <a:r>
              <a:rPr lang="en-IN" sz="3200" dirty="0">
                <a:solidFill>
                  <a:schemeClr val="tx1"/>
                </a:solidFill>
                <a:latin typeface="Bahnschrift" panose="020B0502040204020203" pitchFamily="34" charset="0"/>
              </a:rPr>
              <a:t>than spread sheets or reports.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026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solidFill>
                  <a:schemeClr val="tx1"/>
                </a:solidFill>
                <a:latin typeface="Bahnschrift" panose="020B0502040204020203" pitchFamily="34" charset="0"/>
              </a:rPr>
              <a:t>Is Data Visualisation a new thing? </a:t>
            </a:r>
            <a:endParaRPr lang="en-IN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The </a:t>
            </a:r>
            <a:r>
              <a:rPr lang="en-IN" sz="2800" dirty="0">
                <a:solidFill>
                  <a:schemeClr val="tx1"/>
                </a:solidFill>
                <a:latin typeface="Bahnschrift" panose="020B0502040204020203" pitchFamily="34" charset="0"/>
              </a:rPr>
              <a:t>concept of using pictures to understand data is not new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It </a:t>
            </a:r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has been around for centuries, from maps and graphs in the 17th </a:t>
            </a:r>
            <a:r>
              <a:rPr lang="en-IN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century </a:t>
            </a:r>
            <a:endParaRPr lang="en-IN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The </a:t>
            </a:r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pie chart was invented in the early </a:t>
            </a:r>
            <a:r>
              <a:rPr lang="en-IN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1800s </a:t>
            </a:r>
            <a:endParaRPr lang="en-IN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One </a:t>
            </a:r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of the most cited examples of statistical graphics dates back in </a:t>
            </a:r>
            <a:r>
              <a:rPr lang="en-IN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IN" sz="24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1869 </a:t>
            </a:r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when the Parisian engineer Charles </a:t>
            </a:r>
            <a:r>
              <a:rPr lang="en-IN" sz="2400" dirty="0" err="1">
                <a:solidFill>
                  <a:schemeClr val="tx1"/>
                </a:solidFill>
                <a:latin typeface="Bahnschrift" panose="020B0502040204020203" pitchFamily="34" charset="0"/>
              </a:rPr>
              <a:t>Minard</a:t>
            </a:r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 mapped Napoleon’s invasion of Russia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IN" sz="2400" dirty="0" err="1" smtClean="0">
                <a:solidFill>
                  <a:schemeClr val="tx1"/>
                </a:solidFill>
                <a:latin typeface="Bahnschrift" panose="020B0502040204020203" pitchFamily="34" charset="0"/>
              </a:rPr>
              <a:t>Minard’s</a:t>
            </a:r>
            <a:r>
              <a:rPr lang="en-IN" sz="24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IN" sz="2400" dirty="0" err="1">
                <a:solidFill>
                  <a:schemeClr val="tx1"/>
                </a:solidFill>
                <a:latin typeface="Bahnschrift" panose="020B0502040204020203" pitchFamily="34" charset="0"/>
              </a:rPr>
              <a:t>viz</a:t>
            </a:r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 is considered one of the </a:t>
            </a:r>
            <a:r>
              <a:rPr lang="en-IN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most influential data visualisations </a:t>
            </a:r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and one of the </a:t>
            </a:r>
            <a:r>
              <a:rPr lang="en-IN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world’s best </a:t>
            </a:r>
            <a:r>
              <a:rPr lang="en-IN" sz="2400" b="1" dirty="0" err="1">
                <a:solidFill>
                  <a:schemeClr val="tx1"/>
                </a:solidFill>
                <a:latin typeface="Bahnschrift" panose="020B0502040204020203" pitchFamily="34" charset="0"/>
              </a:rPr>
              <a:t>infographics</a:t>
            </a:r>
            <a:r>
              <a:rPr lang="en-IN" sz="24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endParaRPr lang="en-IN" sz="2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5886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</TotalTime>
  <Words>168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Bahnschrift</vt:lpstr>
      <vt:lpstr>Bahnschrift Light</vt:lpstr>
      <vt:lpstr>Calibri</vt:lpstr>
      <vt:lpstr>Calibri Light</vt:lpstr>
      <vt:lpstr>Wingdings</vt:lpstr>
      <vt:lpstr>Retrospect</vt:lpstr>
      <vt:lpstr>DATA VISUALISATION</vt:lpstr>
      <vt:lpstr> Data Visualisation </vt:lpstr>
      <vt:lpstr> Why Data Visualisation???</vt:lpstr>
      <vt:lpstr> Why is Data Visualization important? </vt:lpstr>
      <vt:lpstr> Is Data Visualisation a new thing?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VISUALISATION &amp; ANALYTICS WITH TABLEAU</dc:title>
  <dc:creator>Windows User</dc:creator>
  <cp:lastModifiedBy>cipl</cp:lastModifiedBy>
  <cp:revision>8</cp:revision>
  <dcterms:created xsi:type="dcterms:W3CDTF">2020-05-22T17:47:28Z</dcterms:created>
  <dcterms:modified xsi:type="dcterms:W3CDTF">2022-05-04T06:00:47Z</dcterms:modified>
</cp:coreProperties>
</file>