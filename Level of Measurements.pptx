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4145-530C-473B-A942-B886482E020A}" type="datetimeFigureOut">
              <a:rPr lang="en-US" smtClean="0"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DA6-8278-46FB-9864-ABEE80CB3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1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4145-530C-473B-A942-B886482E020A}" type="datetimeFigureOut">
              <a:rPr lang="en-US" smtClean="0"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DA6-8278-46FB-9864-ABEE80CB3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8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4145-530C-473B-A942-B886482E020A}" type="datetimeFigureOut">
              <a:rPr lang="en-US" smtClean="0"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DA6-8278-46FB-9864-ABEE80CB3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00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4145-530C-473B-A942-B886482E020A}" type="datetimeFigureOut">
              <a:rPr lang="en-US" smtClean="0"/>
              <a:t>5/3/2022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DA6-8278-46FB-9864-ABEE80CB3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9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4145-530C-473B-A942-B886482E020A}" type="datetimeFigureOut">
              <a:rPr lang="en-US" smtClean="0"/>
              <a:t>5/3/2022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DA6-8278-46FB-9864-ABEE80CB3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97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4145-530C-473B-A942-B886482E020A}" type="datetimeFigureOut">
              <a:rPr lang="en-US" smtClean="0"/>
              <a:t>5/3/2022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DA6-8278-46FB-9864-ABEE80CB3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34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4145-530C-473B-A942-B886482E020A}" type="datetimeFigureOut">
              <a:rPr lang="en-US" smtClean="0"/>
              <a:t>5/3/2022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DA6-8278-46FB-9864-ABEE80CB3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9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4145-530C-473B-A942-B886482E020A}" type="datetimeFigureOut">
              <a:rPr lang="en-US" smtClean="0"/>
              <a:t>5/3/2022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DA6-8278-46FB-9864-ABEE80CB3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94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4145-530C-473B-A942-B886482E020A}" type="datetimeFigureOut">
              <a:rPr lang="en-US" smtClean="0"/>
              <a:t>5/3/2022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DA6-8278-46FB-9864-ABEE80CB3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39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4145-530C-473B-A942-B886482E020A}" type="datetimeFigureOut">
              <a:rPr lang="en-US" smtClean="0"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DA6-8278-46FB-9864-ABEE80CB3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24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4145-530C-473B-A942-B886482E020A}" type="datetimeFigureOut">
              <a:rPr lang="en-US" smtClean="0"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DA6-8278-46FB-9864-ABEE80CB3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49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24145-530C-473B-A942-B886482E020A}" type="datetimeFigureOut">
              <a:rPr lang="en-US" smtClean="0"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BEDA6-8278-46FB-9864-ABEE80CB3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2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0823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b="1" dirty="0" smtClean="0">
                <a:latin typeface="Century Gothic" panose="020B0502020202020204" pitchFamily="34" charset="0"/>
              </a:rPr>
              <a:t>Data Levels of Measurement</a:t>
            </a:r>
            <a:br>
              <a:rPr lang="en-US" b="1" dirty="0" smtClean="0">
                <a:latin typeface="Century Gothic" panose="020B0502020202020204" pitchFamily="34" charset="0"/>
              </a:rPr>
            </a:br>
            <a:endParaRPr 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386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iro.medium.com/max/1400/1*x-xZXqcKaVJ9l0OWb--2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63" y="1105927"/>
            <a:ext cx="9960252" cy="486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230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miro.medium.com/max/1400/1*KyQQ69f582RGPXrVT-Sb0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93" y="1058876"/>
            <a:ext cx="10929310" cy="479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97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377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entury Gothic" panose="020B0502020202020204" pitchFamily="34" charset="0"/>
              </a:rPr>
              <a:t>Examples: Nominal Scale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pic>
        <p:nvPicPr>
          <p:cNvPr id="3074" name="Picture 2" descr="https://miro.medium.com/max/1400/0*mfw900xnxo3B_vo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97427"/>
            <a:ext cx="10130661" cy="2420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miro.medium.com/max/1022/0*jfOIP7aPI6SOEOAK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51065"/>
            <a:ext cx="4867275" cy="146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838200" y="3796933"/>
            <a:ext cx="10515600" cy="653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Century Gothic" panose="020B0502020202020204" pitchFamily="34" charset="0"/>
              </a:rPr>
              <a:t>Examples: Ordinal Scale</a:t>
            </a:r>
            <a:endParaRPr 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5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miro.medium.com/max/1400/1*Rha3jq3SmO_P9UzW18Uib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8" y="906462"/>
            <a:ext cx="11400518" cy="491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889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Century Gothic</vt:lpstr>
      <vt:lpstr>Office Theme</vt:lpstr>
      <vt:lpstr>    Data Levels of Measurement </vt:lpstr>
      <vt:lpstr>PowerPoint Presentation</vt:lpstr>
      <vt:lpstr>PowerPoint Presentation</vt:lpstr>
      <vt:lpstr>Examples: Nominal Scale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Data Levels of Measurement </dc:title>
  <dc:creator>cipl</dc:creator>
  <cp:lastModifiedBy>cipl</cp:lastModifiedBy>
  <cp:revision>2</cp:revision>
  <dcterms:created xsi:type="dcterms:W3CDTF">2022-05-03T12:26:31Z</dcterms:created>
  <dcterms:modified xsi:type="dcterms:W3CDTF">2022-05-03T12:26:50Z</dcterms:modified>
</cp:coreProperties>
</file>