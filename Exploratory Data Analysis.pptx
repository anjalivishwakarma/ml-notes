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62" autoAdjust="0"/>
    <p:restoredTop sz="94660"/>
  </p:normalViewPr>
  <p:slideViewPr>
    <p:cSldViewPr snapToGrid="0">
      <p:cViewPr varScale="1">
        <p:scale>
          <a:sx n="67" d="100"/>
          <a:sy n="67" d="100"/>
        </p:scale>
        <p:origin x="60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8994B-2912-46F8-9355-B685FF27EA22}" type="datetimeFigureOut">
              <a:rPr lang="en-US" smtClean="0"/>
              <a:t>5/4/2022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755B07-5C7E-4739-9403-3F0E6DAA29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09109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8994B-2912-46F8-9355-B685FF27EA22}" type="datetimeFigureOut">
              <a:rPr lang="en-US" smtClean="0"/>
              <a:t>5/4/2022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755B07-5C7E-4739-9403-3F0E6DAA29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53910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8994B-2912-46F8-9355-B685FF27EA22}" type="datetimeFigureOut">
              <a:rPr lang="en-US" smtClean="0"/>
              <a:t>5/4/2022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755B07-5C7E-4739-9403-3F0E6DAA29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15877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8994B-2912-46F8-9355-B685FF27EA22}" type="datetimeFigureOut">
              <a:rPr lang="en-US" smtClean="0"/>
              <a:t>5/4/2022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755B07-5C7E-4739-9403-3F0E6DAA29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6437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8994B-2912-46F8-9355-B685FF27EA22}" type="datetimeFigureOut">
              <a:rPr lang="en-US" smtClean="0"/>
              <a:t>5/4/2022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755B07-5C7E-4739-9403-3F0E6DAA29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0349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8994B-2912-46F8-9355-B685FF27EA22}" type="datetimeFigureOut">
              <a:rPr lang="en-US" smtClean="0"/>
              <a:t>5/4/2022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755B07-5C7E-4739-9403-3F0E6DAA29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49885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8994B-2912-46F8-9355-B685FF27EA22}" type="datetimeFigureOut">
              <a:rPr lang="en-US" smtClean="0"/>
              <a:t>5/4/2022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755B07-5C7E-4739-9403-3F0E6DAA29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1436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8994B-2912-46F8-9355-B685FF27EA22}" type="datetimeFigureOut">
              <a:rPr lang="en-US" smtClean="0"/>
              <a:t>5/4/2022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755B07-5C7E-4739-9403-3F0E6DAA29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07580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8994B-2912-46F8-9355-B685FF27EA22}" type="datetimeFigureOut">
              <a:rPr lang="en-US" smtClean="0"/>
              <a:t>5/4/2022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755B07-5C7E-4739-9403-3F0E6DAA29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98632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8994B-2912-46F8-9355-B685FF27EA22}" type="datetimeFigureOut">
              <a:rPr lang="en-US" smtClean="0"/>
              <a:t>5/4/2022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755B07-5C7E-4739-9403-3F0E6DAA29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05411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8994B-2912-46F8-9355-B685FF27EA22}" type="datetimeFigureOut">
              <a:rPr lang="en-US" smtClean="0"/>
              <a:t>5/4/2022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755B07-5C7E-4739-9403-3F0E6DAA29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93362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88994B-2912-46F8-9355-B685FF27EA22}" type="datetimeFigureOut">
              <a:rPr lang="en-US" smtClean="0"/>
              <a:t>5/4/2022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755B07-5C7E-4739-9403-3F0E6DAA29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3177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Exploratory Data Analysis</a:t>
            </a:r>
            <a:b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Using Python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3600" dirty="0" err="1" smtClean="0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Manoj</a:t>
            </a:r>
            <a:r>
              <a:rPr lang="en-US" sz="3600" dirty="0" smtClean="0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K </a:t>
            </a:r>
            <a:r>
              <a:rPr lang="en-US" sz="3600" dirty="0" err="1" smtClean="0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Jangra</a:t>
            </a:r>
            <a:endParaRPr lang="en-US" sz="3600" dirty="0">
              <a:solidFill>
                <a:schemeClr val="bg2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96901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b="1" dirty="0" smtClean="0">
                <a:latin typeface="Arial Narrow" panose="020B0606020202030204" pitchFamily="34" charset="0"/>
                <a:cs typeface="Arial" panose="020B0604020202020204" pitchFamily="34" charset="0"/>
              </a:rPr>
              <a:t>What is EDA???</a:t>
            </a:r>
            <a:endParaRPr lang="en-US" b="1" dirty="0">
              <a:latin typeface="Arial Narrow" panose="020B060602020203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25563"/>
            <a:ext cx="10515600" cy="5022986"/>
          </a:xfrm>
        </p:spPr>
        <p:txBody>
          <a:bodyPr>
            <a:noAutofit/>
          </a:bodyPr>
          <a:lstStyle/>
          <a:p>
            <a:pPr fontAlgn="base">
              <a:lnSpc>
                <a:spcPct val="100000"/>
              </a:lnSpc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Exploratory data analysis (EDA) is used by data scientists to analyze and investigate data sets and summarize their main characteristics, often employing data visualization methods. </a:t>
            </a:r>
            <a:endParaRPr lang="en-US" sz="22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fontAlgn="base">
              <a:lnSpc>
                <a:spcPct val="100000"/>
              </a:lnSpc>
            </a:pPr>
            <a:r>
              <a:rPr lang="en-US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It 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helps determine how best to manipulate data sources to get the answers you need, making it easier for data scientists to discover patterns, spot anomalies, test a hypothesis, or check assumptions</a:t>
            </a:r>
            <a:r>
              <a:rPr lang="en-US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fontAlgn="base">
              <a:lnSpc>
                <a:spcPct val="100000"/>
              </a:lnSpc>
            </a:pPr>
            <a:r>
              <a:rPr lang="en-US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EDA 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is primarily used to see what data can reveal beyond the formal modeling or hypothesis testing task and provides a provides a better understanding of data set variables and the relationships between them. </a:t>
            </a:r>
            <a:endParaRPr lang="en-US" sz="22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fontAlgn="base">
              <a:lnSpc>
                <a:spcPct val="100000"/>
              </a:lnSpc>
            </a:pPr>
            <a:r>
              <a:rPr lang="en-US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It 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can also help determine if the statistical techniques you are considering for data analysis are appropriate. </a:t>
            </a:r>
            <a:endParaRPr lang="en-US" sz="22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fontAlgn="base">
              <a:lnSpc>
                <a:spcPct val="100000"/>
              </a:lnSpc>
            </a:pPr>
            <a:r>
              <a:rPr lang="en-US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Originally 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developed by American mathematician John Tukey in the 1970s, EDA techniques continue to be a widely used method in the data discovery process today.</a:t>
            </a:r>
          </a:p>
          <a:p>
            <a:pPr>
              <a:lnSpc>
                <a:spcPct val="100000"/>
              </a:lnSpc>
            </a:pP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44374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Why EDA???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EDA is applied to 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investigate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 the data and 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summarize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 the key insights.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It will give you the basic understanding of your data, it’s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 distribution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null values and much more.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You can either explore data using graphs or through some python 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functions.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There will be two type of analysis. 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Univariate and Bivariate.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 In the univariate, you will be analyzing a single attribute. But in the bivariate, you will be analyzing an attribute with the target attribute.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 the 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non-graphical approach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you will be using functions such as shape, summary, describe,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isnull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info, datatypes and more.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 the 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graphical approach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you will be using plots such as scatter, box, bar, density and correlation plots.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82982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Types of 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EDA!!!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There are four primary types of EDA</a:t>
            </a:r>
            <a:r>
              <a:rPr lang="en-US" sz="3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0" indent="0">
              <a:buNone/>
            </a:pPr>
            <a:endParaRPr lang="en-US" sz="3200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Univariate Non-graphical</a:t>
            </a: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Univariate 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Graphical</a:t>
            </a: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Multivariate 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Non-graphical</a:t>
            </a: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Multivariate 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Graphical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07396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Univariate Non-graphical</a:t>
            </a:r>
            <a:b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This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is simplest form of data analysis, where the data being analyzed consists of just one variable. </a:t>
            </a:r>
            <a:endParaRPr lang="en-US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</a:pP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Since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it’s a single variable, it doesn’t deal with causes or relationships. </a:t>
            </a:r>
            <a:endParaRPr lang="en-US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</a:pP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main purpose of univariate analysis is to describe the data and find patterns that exist within it.</a:t>
            </a:r>
          </a:p>
          <a:p>
            <a:pPr>
              <a:lnSpc>
                <a:spcPct val="100000"/>
              </a:lnSpc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6615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Univariate Graphical.</a:t>
            </a:r>
            <a:b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fontAlgn="base">
              <a:lnSpc>
                <a:spcPct val="100000"/>
              </a:lnSpc>
              <a:buNone/>
            </a:pP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Non-graphical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methods don’t provide a full picture of the data. Graphical methods are therefore required. Common types of univariate graphics include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0" indent="0" fontAlgn="base">
              <a:lnSpc>
                <a:spcPct val="100000"/>
              </a:lnSpc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fontAlgn="base">
              <a:lnSpc>
                <a:spcPct val="100000"/>
              </a:lnSpc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Stem-and-leaf plots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which show all data values and the shape of the distribution.</a:t>
            </a:r>
          </a:p>
          <a:p>
            <a:pPr lvl="1" fontAlgn="base">
              <a:lnSpc>
                <a:spcPct val="100000"/>
              </a:lnSpc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Histograms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a bar plot in which each bar represents the frequency (count) or proportion (count/total count) of cases for a range of values.</a:t>
            </a:r>
          </a:p>
          <a:p>
            <a:pPr lvl="1" fontAlgn="base">
              <a:lnSpc>
                <a:spcPct val="100000"/>
              </a:lnSpc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Box plots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which graphically depict the five-number summary of minimum, first quartile, median, third quartile, and maximum.</a:t>
            </a:r>
          </a:p>
          <a:p>
            <a:pPr>
              <a:lnSpc>
                <a:spcPct val="100000"/>
              </a:lnSpc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97285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Multivariate Non-graphical</a:t>
            </a:r>
            <a:b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Multivariate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data arises from more than one variable. </a:t>
            </a:r>
            <a:endParaRPr lang="en-US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Multivariate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non-graphical EDA techniques generally show the relationship between two or more variables of the data through cross-tabulation or statistics.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60091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Multivariate Graphical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Multivariate data uses graphics to display relationships between two or more sets of data. </a:t>
            </a:r>
          </a:p>
          <a:p>
            <a:pPr>
              <a:lnSpc>
                <a:spcPct val="100000"/>
              </a:lnSpc>
            </a:pP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The most used graphic is a grouped bar plot or bar chart with each group representing one level of one of the variables and each bar within a group representing the levels of the other variable.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47079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Other common types of multivariate graphics include:</a:t>
            </a:r>
            <a:b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fontAlgn="base">
              <a:lnSpc>
                <a:spcPct val="110000"/>
              </a:lnSpc>
            </a:pP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Scatter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plot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which is used to plot data points on a horizontal and a vertical axis to show how much one variable is affected by another.</a:t>
            </a:r>
          </a:p>
          <a:p>
            <a:pPr fontAlgn="base">
              <a:lnSpc>
                <a:spcPct val="110000"/>
              </a:lnSpc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Multivariate chart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which is a graphical representation of the relationships between factors and a response.</a:t>
            </a:r>
          </a:p>
          <a:p>
            <a:pPr fontAlgn="base">
              <a:lnSpc>
                <a:spcPct val="110000"/>
              </a:lnSpc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Run chart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which is a line graph of data plotted over time.</a:t>
            </a:r>
          </a:p>
          <a:p>
            <a:pPr fontAlgn="base">
              <a:lnSpc>
                <a:spcPct val="110000"/>
              </a:lnSpc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Bubble chart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which is a data visualization that displays multiple circles (bubbles) in a two-dimensional plot.</a:t>
            </a:r>
          </a:p>
          <a:p>
            <a:pPr fontAlgn="base">
              <a:lnSpc>
                <a:spcPct val="110000"/>
              </a:lnSpc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Heat map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which is a graphical representation of data where values are depicted by color.</a:t>
            </a:r>
          </a:p>
          <a:p>
            <a:pPr>
              <a:lnSpc>
                <a:spcPct val="110000"/>
              </a:lnSpc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49427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809897"/>
            <a:ext cx="10515600" cy="5367066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more we explore the data, the more the insights we draw from it. </a:t>
            </a:r>
            <a:endParaRPr lang="en-US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</a:pPr>
            <a:r>
              <a:rPr lang="en-US" b="1" i="1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 </a:t>
            </a:r>
            <a:r>
              <a:rPr lang="en-US" b="1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data analyst, almost 80% of our time will be spent understanding data and solving various business problems through EDA.</a:t>
            </a:r>
          </a:p>
        </p:txBody>
      </p:sp>
    </p:spTree>
    <p:extLst>
      <p:ext uri="{BB962C8B-B14F-4D97-AF65-F5344CB8AC3E}">
        <p14:creationId xmlns:p14="http://schemas.microsoft.com/office/powerpoint/2010/main" val="4612838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836023"/>
            <a:ext cx="10515600" cy="534094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en-US" sz="6000" b="1" i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endParaRPr lang="en-US" sz="6000" b="1" i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n-US" sz="6000" b="1" i="1" smtClean="0">
                <a:latin typeface="Arial" panose="020B0604020202020204" pitchFamily="34" charset="0"/>
                <a:cs typeface="Arial" panose="020B0604020202020204" pitchFamily="34" charset="0"/>
              </a:rPr>
              <a:t>Thank </a:t>
            </a:r>
            <a:r>
              <a:rPr lang="en-US" sz="6000" b="1" i="1" dirty="0" smtClean="0">
                <a:latin typeface="Arial" panose="020B0604020202020204" pitchFamily="34" charset="0"/>
                <a:cs typeface="Arial" panose="020B0604020202020204" pitchFamily="34" charset="0"/>
              </a:rPr>
              <a:t>You!</a:t>
            </a:r>
            <a:endParaRPr lang="en-US" sz="6000" b="1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93966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</TotalTime>
  <Words>547</Words>
  <Application>Microsoft Office PowerPoint</Application>
  <PresentationFormat>Widescreen</PresentationFormat>
  <Paragraphs>50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Arial Narrow</vt:lpstr>
      <vt:lpstr>Calibri</vt:lpstr>
      <vt:lpstr>Calibri Light</vt:lpstr>
      <vt:lpstr>Office Theme</vt:lpstr>
      <vt:lpstr>Exploratory Data Analysis Using Python</vt:lpstr>
      <vt:lpstr>What is EDA???</vt:lpstr>
      <vt:lpstr>Why EDA???</vt:lpstr>
      <vt:lpstr>Types of EDA!!!</vt:lpstr>
      <vt:lpstr> Univariate Non-graphical </vt:lpstr>
      <vt:lpstr> Univariate Graphical. </vt:lpstr>
      <vt:lpstr> Multivariate Non-graphical </vt:lpstr>
      <vt:lpstr> Multivariate Graphical </vt:lpstr>
      <vt:lpstr> Other common types of multivariate graphics include: 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Exploratory Data Analysis Using Python</dc:title>
  <dc:creator>cipl</dc:creator>
  <cp:lastModifiedBy>cipl</cp:lastModifiedBy>
  <cp:revision>6</cp:revision>
  <dcterms:created xsi:type="dcterms:W3CDTF">2022-05-03T04:21:54Z</dcterms:created>
  <dcterms:modified xsi:type="dcterms:W3CDTF">2022-05-04T09:06:47Z</dcterms:modified>
</cp:coreProperties>
</file>